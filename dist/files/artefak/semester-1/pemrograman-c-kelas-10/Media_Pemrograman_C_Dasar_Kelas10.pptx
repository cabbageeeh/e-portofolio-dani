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6b101a3b-e235-69f2-ffbe-18afb4858c2c}">
          <p14:sldIdLst>
            <p14:sldId id="256"/>
            <p14:sldId id="257"/>
          </p14:sldIdLst>
        </p14:section>
        <p14:section name="Pembuka" id="{ed9a74a7-f4a5-f0db-7c9a-4591a2969c8c}">
          <p14:sldIdLst/>
        </p14:section>
        <p14:section name="Dasar" id="{9378701b-625b-663a-d9e6-86237cb5e93d}">
          <p14:sldIdLst>
            <p14:sldId id="258"/>
            <p14:sldId id="259"/>
            <p14:sldId id="260"/>
            <p14:sldId id="261"/>
            <p14:sldId id="262"/>
          </p14:sldIdLst>
        </p14:section>
        <p14:section name="Operator" id="{7e548394-2720-2771-f5bc-73bbe9b529dc}">
          <p14:sldIdLst>
            <p14:sldId id="263"/>
            <p14:sldId id="264"/>
          </p14:sldIdLst>
        </p14:section>
        <p14:section name="Percabangan" id="{4742b809-e78d-3ce2-5548-33a31660d12d}">
          <p14:sldIdLst>
            <p14:sldId id="265"/>
            <p14:sldId id="266"/>
          </p14:sldIdLst>
        </p14:section>
        <p14:section name="Perulangan" id="{3cd7b6c0-ce4c-bddd-26de-2d03d2fba925}">
          <p14:sldIdLst>
            <p14:sldId id="267"/>
            <p14:sldId id="268"/>
            <p14:sldId id="269"/>
          </p14:sldIdLst>
        </p14:section>
        <p14:section name="Proyek" id="{670a7a09-79d6-149c-ee48-b5e0220f21bd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INFORMATIKA | KELAS X | FASE 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C Dasar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bg2"/>
                </a:solidFill>
              </a:rPr>
              <a:t>Dari variabel sampai perulangan, membuat program yang bekerja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Muhammad Abduramadani | 2026/2027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005840"/>
            <a:ext cx="3108960" cy="2286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printf("Halo!\n");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Tujuan dan Pertanyaan Pemantik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Setelah belajar, kamu mampu: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Menulis dan menjalankan program C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Memakai variabel dan input-output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Memakai operator dan ekspresi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Memakai if, else, dan switch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Memakai for, while, do-while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Menguji dan memperbaiki program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Pertanyaan pemantik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Bagaimana membuat program yang mengolah nilai satu kelas secara otomatis?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3474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Mengapa 7 dibagi 2 sama dengan 3 di komputer?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Mengapa Belajar Bahasa C?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Fondasi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Sintaks C memengaruhi banyak bahasa lain (C++, Java, C#, JavaScript)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Dekat dengan mesin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86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Dipakai untuk sistem operasi, perangkat tertanam, dan aplikasi yang butuh kecepatan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Melatih logika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86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Memaksa kita memahami variabel, memori, dan alur program dengan teliti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 dikembangkan oleh Dennis Ritchie di Bell Labs pada awal 1970-an.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Alur Kerja Pemrograman 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Tulis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kode sumber (.c)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237744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146304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6459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Kompilasi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periksa dan terjemahkan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237744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146304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6459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Jalankan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lihat keluaran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237744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146304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645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Uji dan perbaiki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debugging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80467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657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hello.c -o hello     (kompilasi)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./hello                   (jalankan; di Windows: hello.exe)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Struktur Dasar Program 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20624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printf("Halo, dunia!\n");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pustaka input-output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titik awal program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}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batas isi fungsi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printf(...)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tampilkan ke layar; \n = baris baru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0;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program selesai normal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804672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66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Setiap pernyataan diakhiri titik koma ( ; ). Lupa titik koma adalah error paling umum!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Variabel dan Tipe Data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182880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Tipe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Isi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Contoh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Bilangan bulat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%d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 umur = 16;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Bilangan desimal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%f  (%.1f)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float tinggi = 165.5;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double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Desimal presisi tinggi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%lf (scanf)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double pi = 3.14159;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Satu karakter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%c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char huruf = 'A';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840480"/>
            <a:ext cx="804672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3931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umur = 16;   printf("Umur: %d tahun\n", umur);   /* Umur: 16 tahun */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Input dan Output: printf dan scanf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937760" cy="237744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umur;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printf("Masukkan umurmu: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&amp;umur);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printf("Tahun depan umurmu %d\n",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umur + 1);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0" y="1234440"/>
            <a:ext cx="2926080" cy="2377440"/>
          </a:xfrm>
          <a:prstGeom prst="roundRect">
            <a:avLst>
              <a:gd name="adj" fmla="val 461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Contoh jalannya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Masukkan umurmu: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Tahun depan umurmu 17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Jangan lupa tanda &amp; pada scanf (butuh alamat variabel).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Cocokkan format dengan tipe: %d untuk int, %f untuk float, %c untuk char.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Operator Aritmetika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Operator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Arti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Contoh dan hasil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  -  *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Tambah, kurang, kali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 + 2 = 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Bagi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 / 2 = 3   |   7 / 2.0 = 3.5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Sisa bagi (modulus)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7 % 2 = 1   |   17 % 5 = 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++  --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Tambah / kurang 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i++  sama dengan  i = i + 1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+=  -=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Penugasan gabungan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total += 5  sama dengan  total = total + 5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977640"/>
            <a:ext cx="8046720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977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Awas: jika kedua operan int, hasil / adalah bilangan bulat. Gunakan 2.0 atau (float).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Contoh: Konversi Suhu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754880" cy="237744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c, 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printf("Suhu dalam Celsius: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scanf("%f", &amp;c);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= c * 9 / 5 + 32;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printf("%.1f C = %.1f F\n", c, f);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0" y="1234440"/>
            <a:ext cx="3108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Uji program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783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Masukan 100 -&gt; 212.0 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Masukan 0 -&gt; 32.0 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Masukan 36.6 -&gt; 97.9 F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Selalu uji dengan nilai yang hasilnya sudah kamu ketahui.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Prediksi dulu, baru jalankan. Selisih antara prediksi dan hasil nyata adalah tempat belajar.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Percabangan: if dan else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77440" cy="1097280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nilai &gt;= 75 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554480"/>
            <a:ext cx="146304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Lulus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3108960"/>
            <a:ext cx="146304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Remedial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92024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92608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2468880"/>
            <a:ext cx="0" cy="6400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783080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Tidak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234440"/>
            <a:ext cx="3474720" cy="21945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13258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(nilai &gt;= 75)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printf("Lulus\n");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printf("Remedial\n");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Awas: = untuk penugasan, == untuk membandingkan.  if (x == 5) benar,  if (x = 5) keliru.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else if, switch, dan Operator Logika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11480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(nilai &gt;= 90)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(nilai &gt;= 80)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printf("B");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(nilai &gt;= 70)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printf("C");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46320" y="1234440"/>
            <a:ext cx="3749040" cy="246888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83480" y="13258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(pilihan)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 printf("Rp12000");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 printf("Rp10000");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printf("Tidak ada");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463040"/>
                <a:gridCol w="237744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Relasi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Arti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Logika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Arti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==  !=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sama, tidak sama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&amp;&amp;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dan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&lt;  &gt;  &lt;=  &gt;=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perbandingan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||  !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atau, bukan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Perulangan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754880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i, jumlah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1; i &lt;= 10; i++)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jumlah = jumlah + i;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printf("Jumlah = %d\n", jumlah);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0" y="1234440"/>
            <a:ext cx="128016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awal (inisialisasi)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874520"/>
            <a:ext cx="128016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10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syarat lanjut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2514600"/>
            <a:ext cx="1280160" cy="502920"/>
          </a:xfrm>
          <a:prstGeom prst="roundRect">
            <a:avLst>
              <a:gd name="adj" fmla="val 1818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perubahan tiap putaran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Putaran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jumlah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...  10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486400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Telusuri (trace) isi variabel di tiap putaran untuk memahami perulangan.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while dan do-while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931920" cy="237744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!= 0)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masukan 5 10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total = 15 */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3931920" cy="237744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3258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printf("Nilai (0-100):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(n &lt; 0 || n &gt; 100);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ulangi sampai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masukan valid */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while: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cek dulu, bisa tidak dijalankan sama sekali. 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do-while: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kerjakan dulu, minimal sekali.  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bila banyak putaran sudah diketahui.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Debugging: Tiga Jenis Error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2560320" cy="594360"/>
          </a:xfrm>
          <a:prstGeom prst="roundRect">
            <a:avLst>
              <a:gd name="adj" fmla="val 1846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Sintaks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Ditemukan kompiler; program tidak jadi.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Contoh: Lupa ; atau salah ketik printf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34440"/>
            <a:ext cx="2560320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234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Logika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 jalan, tetapi hasil salah.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Contoh: (a + b) / 2 pada int: 3 dan 4 menghasilkan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560320" cy="594360"/>
          </a:xfrm>
          <a:prstGeom prst="roundRect">
            <a:avLst>
              <a:gd name="adj" fmla="val 1846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234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Runtime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 berhenti atau aneh saat berjalan.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Contoh: Pembagian dengan nol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Tips: baca pesan error dari baris pertama, periksa baris yang ditunjuk dan baris sebelumnya, perbaiki satu error lalu kompilasi lagi.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Proyek: Pengolah Nilai Kelas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Spesifikasi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Baca banyak siswa 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Baca nilai tiap siswa (for)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Hitung rata-rata (2 desimal)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Hitung lulus (&gt;= 75) dan remedial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Tampilkan hasil rapi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Uji dengan tabel kasus uji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3337560"/>
          </a:xfrm>
          <a:prstGeom prst="roundRect">
            <a:avLst>
              <a:gd name="adj" fmla="val 274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Banyak siswa: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Nilai siswa ke-1: 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Nilai siswa ke-2: 70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Nilai siswa ke-3: 90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HASIL ===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Rata-rata : 80.00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Lulus     : 2 siswa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Remedial  : 1 siswa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dan Refleksi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Struktur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include, main, return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Variabel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int, float, char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Operator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+ - * / 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Percabangan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6811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if, else, switch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463040"/>
            <a:ext cx="15087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Perulangan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for, while, do-while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Refleksi: error apa yang paling sering kamu temui, dan program apa yang ingin kamu buat selanjutnya?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mputasionalTheme">
  <a:themeElements>
    <a:clrScheme name="KomputasionalTheme">
      <a:dk1>
        <a:srgbClr val="1E2A32"/>
      </a:dk1>
      <a:lt1>
        <a:srgbClr val="FFFFFF"/>
      </a:lt1>
      <a:dk2>
        <a:srgbClr val="12344D"/>
      </a:dk2>
      <a:lt2>
        <a:srgbClr val="E6F4F2"/>
      </a:lt2>
      <a:accent1>
        <a:srgbClr val="1B998B"/>
      </a:accent1>
      <a:accent2>
        <a:srgbClr val="FF9F1C"/>
      </a:accent2>
      <a:accent3>
        <a:srgbClr val="E4572E"/>
      </a:accent3>
      <a:accent4>
        <a:srgbClr val="2E86AB"/>
      </a:accent4>
      <a:accent5>
        <a:srgbClr val="6B5B95"/>
      </a:accent5>
      <a:accent6>
        <a:srgbClr val="7BB661"/>
      </a:accent6>
      <a:hlink>
        <a:srgbClr val="2E86AB"/>
      </a:hlink>
      <a:folHlink>
        <a:srgbClr val="6B5B95"/>
      </a:folHlink>
    </a:clrScheme>
    <a:fontScheme name="KomputasionalThe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C Dasar Kelas X</dc:title>
  <dc:subject>PptxGenJS Presentation</dc:subject>
  <dc:creator>Muhammad Abduramadani</dc:creator>
  <cp:lastModifiedBy>Muhammad Abduramadani</cp:lastModifiedBy>
  <cp:revision>1</cp:revision>
  <dcterms:created xsi:type="dcterms:W3CDTF">2026-10-28T04:22:47Z</dcterms:created>
  <dcterms:modified xsi:type="dcterms:W3CDTF">2026-10-28T04:22:47Z</dcterms:modified>
</cp:coreProperties>
</file>