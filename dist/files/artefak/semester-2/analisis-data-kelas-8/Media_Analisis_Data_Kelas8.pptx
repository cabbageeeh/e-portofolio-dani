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6599f7c9-cc3f-a946-fbac-8c47678d8a35}">
          <p14:sldIdLst>
            <p14:sldId id="256"/>
            <p14:sldId id="257"/>
          </p14:sldIdLst>
        </p14:section>
        <p14:section name="Konsep" id="{bb7a52f8-f67c-f286-e960-c340ab1cbe19}">
          <p14:sldIdLst>
            <p14:sldId id="258"/>
            <p14:sldId id="259"/>
            <p14:sldId id="260"/>
          </p14:sldIdLst>
        </p14:section>
        <p14:section name="Pengolahan" id="{026a88bc-7a06-3cae-9b46-14152a52d750}">
          <p14:sldIdLst>
            <p14:sldId id="261"/>
            <p14:sldId id="262"/>
            <p14:sldId id="263"/>
            <p14:sldId id="264"/>
          </p14:sldIdLst>
        </p14:section>
        <p14:section name="Visualisasi" id="{34bda8ae-5d24-e95a-244c-f17f0be22925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Siswa menurut moda berangkat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Siswa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Motor</c:v>
                  </c:pt>
                  <c:pt idx="1">
                    <c:v>Jalan kaki</c:v>
                  </c:pt>
                  <c:pt idx="2">
                    <c:v>Mobil</c:v>
                  </c:pt>
                  <c:pt idx="3">
                    <c:v>Sepeda</c:v>
                  </c:pt>
                  <c:pt idx="4">
                    <c:v>Bus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6350" cap="flat">
              <a:solidFill>
                <a:srgbClr val="D9E1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INFORMATIKA | KELAS VIII | FASE 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Data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bg2"/>
                </a:solidFill>
              </a:rPr>
              <a:t>Dari data mentah menjadi informasi yang bermakna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Muhammad Abduramadani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SMP Negeri 60 Surabaya | 2026/2027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3136392"/>
            <a:ext cx="365760" cy="7040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2560320"/>
            <a:ext cx="365760" cy="12801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984248"/>
            <a:ext cx="365760" cy="18562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1408176"/>
            <a:ext cx="365760" cy="24323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Tujuan dan Pertanyaan Pemantik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Setelah belajar, kamu mampu: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Membedakan data dan informasi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Mengumpulkan dan membersihkan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Menghitung mean, median, modus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Membuat diagram yang tepat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Menyimpulkan dan menjaga etika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Pertanyaan pemantik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Bagaimana sekolah tahu cara berangkat apa yang paling banyak dipakai siswa?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3291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Apakah rata-rata selalu adil menggambarkan data?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Data, Informasi, dan Daur Analisis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188720"/>
            <a:ext cx="393192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fakta mentah, mis. daftar jawaban 30 siswa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188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Informasi: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hasil olahan, mis. "40% siswa diantar motor"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926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Kumpulkan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356616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76272" y="274320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2926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87752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176272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Bersihkan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39312" y="356616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03904" y="274320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15384" y="29260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15384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803904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Olah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66944" y="356616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31536" y="274320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43016" y="2926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43016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31536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Visualisasi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94576" y="356616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59168" y="2743200"/>
            <a:ext cx="1463040" cy="16459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70648" y="292608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0648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Simpulkan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Jenis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Kategorik (kualitatif)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Berupa kategori atau label.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Moda berangkat sekolah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Sarapan: ya / tidak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Warna favorit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Numerik (kuantitatif)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Berupa bilangan yang bisa dihitung.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Jam bangun pagi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Lama belajar (menit)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Tinggi badan (cm)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Mengumpulkan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Kuesioner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Daftar pertanyaan tertulis untuk responden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Wawancara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Tanya jawab langsung dengan narasumber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Observasi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Mengamati dan mencatat kejadian langsung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8046720" cy="128016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004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Pertanyaan survei yang baik: jelas, satu hal per pertanyaan, tidak mengarahkan, pilihan jawaban lengkap, dan tidak meminta nama atau data pribadi yang tidak perlu.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Membersihkan Data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46888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Data mentah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Masalah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Setelah dibersihkan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jalan kaki / Jalan Kaki / jln kaki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Penulisan tidak seragam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Jalan kaki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(kosong) / -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hilang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Tandai, jangan diisi sembarang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Usia: 140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Tidak wajar (salah ketik?)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Periksa, perbaiki, dan catat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Satu siswa mengisi dua kali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ganda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Hapus salah satu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Catat setiap perubahan agar data tetap jujur.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Tabel Frekuensi dan Persentase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Moda berangkat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Frekuensi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Persentase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Diantar motor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Jalan kaki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Mobil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Sepeda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Suroboyo Bus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Jumlah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394960" y="1280160"/>
            <a:ext cx="3200400" cy="2688336"/>
          </a:xfrm>
          <a:prstGeom prst="roundRect">
            <a:avLst>
              <a:gd name="adj" fmla="val 40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77840" y="1371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Persentase = frekuensi : jumlah data x 100%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23774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Contoh: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 : 30 x 100% = 40%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Moda terbanyak: diantar motor.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Mean, Median, Modus, dan Rentang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lama belajar (menit): 30, 30, 45, 45, 45, 45, 60, 60, 90, 120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87452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570 : 10 = 57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Jumlah : banyak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78308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783080"/>
            <a:ext cx="187452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Median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(45 + 45) : 2 = 45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566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Nilai tengah data urut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874520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Modus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566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Paling sering muncul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78308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783080"/>
            <a:ext cx="187452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Rentang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120 - 30 = 90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66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Terbesar - terkecil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Awas Nilai Ekstrem (Outlier)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280160"/>
            <a:ext cx="3931920" cy="201168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Tanpa 120: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30, 30, 45, 45, 45, 45, 60, 60, 90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Mean = 450 : 9 = 50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Dengan 120: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30, 30, 45, 45, 45, 45, 60, 60, 90, 120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Mean = 570 : 10 = 57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Satu nilai ekstrem menarik mean ke atas, sedangkan median tetap 45. Jika ada outlier, median sering lebih adil mewakili data.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Memilih Diagram yang Tepat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937760" y="123444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74920" y="138988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74920" y="1389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3075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Batang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Membandingkan antarkategori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2313432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74920" y="2468880"/>
            <a:ext cx="603504" cy="6035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74920" y="2468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23865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Lingkaran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2724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Bagian dari keseluruhan (persen)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37760" y="3392424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74920" y="3547872"/>
            <a:ext cx="603504" cy="6035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0" y="3547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3465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Garis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38039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Perubahan dari waktu ke waktu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Selalu beri judul, label sumbu, dan skala yang jujur.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Etika Data dan Proyek Infografis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Etika data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Minta izin dan jelaskan tujuan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Jaga privasi: survei anonim, tanpa nama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Jujur: jangan ubah data agar bagus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Cantumkan sumber dan keterbatasan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Proyek: Kebiasaan Pagi Siswa Kelas 8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Judul menarik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Tabel frekuensi ringkas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Minimal 2 diagram yang tepat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Mean, median, modus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temuan, kesimpulan, rekomendasi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dan Refleksi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Kumpulkan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Survei jujur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Bersihkan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Seragam, lengkap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Olah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Frekuensi, mean, median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Visualisasi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6811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Diagram tepat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Simpulkan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Temuan dan saran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Refleksi: tahap mana yang paling mudah bagimu, dan data apa di sekitarmu yang ingin kamu analisis?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mputasionalTheme">
  <a:themeElements>
    <a:clrScheme name="KomputasionalTheme">
      <a:dk1>
        <a:srgbClr val="1E2A32"/>
      </a:dk1>
      <a:lt1>
        <a:srgbClr val="FFFFFF"/>
      </a:lt1>
      <a:dk2>
        <a:srgbClr val="12344D"/>
      </a:dk2>
      <a:lt2>
        <a:srgbClr val="E6F4F2"/>
      </a:lt2>
      <a:accent1>
        <a:srgbClr val="1B998B"/>
      </a:accent1>
      <a:accent2>
        <a:srgbClr val="FF9F1C"/>
      </a:accent2>
      <a:accent3>
        <a:srgbClr val="E4572E"/>
      </a:accent3>
      <a:accent4>
        <a:srgbClr val="2E86AB"/>
      </a:accent4>
      <a:accent5>
        <a:srgbClr val="6B5B95"/>
      </a:accent5>
      <a:accent6>
        <a:srgbClr val="7BB661"/>
      </a:accent6>
      <a:hlink>
        <a:srgbClr val="2E86AB"/>
      </a:hlink>
      <a:folHlink>
        <a:srgbClr val="6B5B95"/>
      </a:folHlink>
    </a:clrScheme>
    <a:fontScheme name="KomputasionalThe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Data Kelas VIII</dc:title>
  <dc:subject>PptxGenJS Presentation</dc:subject>
  <dc:creator>Muhammad Abduramadani</dc:creator>
  <cp:lastModifiedBy>Muhammad Abduramadani</cp:lastModifiedBy>
  <cp:revision>1</cp:revision>
  <dcterms:created xsi:type="dcterms:W3CDTF">2026-10-27T23:08:48Z</dcterms:created>
  <dcterms:modified xsi:type="dcterms:W3CDTF">2026-10-27T23:08:48Z</dcterms:modified>
</cp:coreProperties>
</file>