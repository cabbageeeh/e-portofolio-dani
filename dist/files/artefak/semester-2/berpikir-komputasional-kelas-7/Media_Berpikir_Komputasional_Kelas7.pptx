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106893a4-5373-cc40-72ee-0974980bc36a}">
          <p14:sldIdLst>
            <p14:sldId id="256"/>
            <p14:sldId id="257"/>
          </p14:sldIdLst>
        </p14:section>
        <p14:section name="Konsep" id="{7d372c6f-c432-0e62-9fea-46376ae49ac4}">
          <p14:sldIdLst>
            <p14:sldId id="258"/>
            <p14:sldId id="259"/>
            <p14:sldId id="260"/>
            <p14:sldId id="261"/>
            <p14:sldId id="262"/>
          </p14:sldIdLst>
        </p14:section>
        <p14:section name="Algoritma" id="{4b66eb44-261b-5ecb-b283-47a161a7a936}">
          <p14:sldIdLst>
            <p14:sldId id="263"/>
            <p14:sldId id="264"/>
            <p14:sldId id="265"/>
          </p14:sldIdLst>
        </p14:section>
        <p14:section name="Proyek" id="{c0d76226-2c58-e33e-6a6e-81d26fb34bde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3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INFORMATIKA | KELAS VII | FASE 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Berpikir Komputasional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bg2"/>
                </a:solidFill>
              </a:rPr>
              <a:t>Cara cerdas memecahkan masalah, dengan atau tanpa komputer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Muhammad Abduramadani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SMP Negeri 60 Surabaya | 2026/2027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82296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0" y="822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863840" y="173736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PP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0" y="265176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2651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AB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863840" y="356616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0" y="3566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Tujuan dan Pertanyaan Pemantik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Setelah belajar, kamu mampu: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Memecah masalah (dekomposisi)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Menemukan pola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Memilih informasi penting (abstraksi)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Menyusun algoritma dan flowchart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Merancang solusi sistem kantin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Pertanyaan pemantik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Jika kamu ditugasi menyiapkan bazar untuk 300 orang, dari mana kamu mulai?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3291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Mengapa peta Suroboyo Bus tidak menggambar semua gedung?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Apa itu Berpikir Komputasional?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Cara berpikir sistematis untuk menyelesaikan masalah. Tidak harus memakai komputer!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0116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011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DK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Dekomposisi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Memecah masalah besar menjadi bagian kecil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82880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201168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8960" y="2011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PP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Pengenalan Pola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Mencari keteraturan yang berulang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011680"/>
            <a:ext cx="868680" cy="8686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66360" y="2011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AB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Abstraksi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Memilih yang penting, membuang detail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20840" y="182880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20116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23760" y="2011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AL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Algoritma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Menyusun langkah yang jelas dan berurutan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Dekomposisi: Bazar Sekolah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91840" y="1234440"/>
            <a:ext cx="256032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9184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Bazar Sekolah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0" y="187452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5900" y="2103120"/>
            <a:ext cx="6172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5900" y="210312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18745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31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Menu dan harga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8745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154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modal, harga jual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43300" y="210312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2331720"/>
            <a:ext cx="18745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2331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Jadwal jaga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06040" y="3154680"/>
            <a:ext cx="18745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3154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siapa, jam berapa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00700" y="210312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331720"/>
            <a:ext cx="18745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331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Dekorasi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18745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3154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stan, spanduk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58100" y="210312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2331720"/>
            <a:ext cx="18745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0840" y="2331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Keuangan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20840" y="3154680"/>
            <a:ext cx="18745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3154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catat, hitung untung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Masalah besar menjadi mudah jika dipecah. Coba pecah lagi sub-masalah di atas!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Pengenalan Pola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Jadwal piket kelas 7A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Hari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64592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5448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Budi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Hari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645920"/>
            <a:ext cx="868680" cy="8686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Citra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Hari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6459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Hari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64592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Budi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Hari 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1645920"/>
            <a:ext cx="868680" cy="8686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7784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Citra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Hari 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16459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Hari 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89520" y="164592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?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Hari 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10896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10896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32461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Pola berulang tiap 3 hari. Hari ke-8 piketnya Budi.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32461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Deret: 3, 6, 9, 12, ... Aturan: tambah 3. Berikutnya? 15 dan 18.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Latihan Cepat: Tebak Polanya!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206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1, 2, 4, 8, ...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37760" y="1280160"/>
            <a:ext cx="365760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0" y="1280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16, 32 (dikali 2)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4206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774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A, B, B, A, B, B, A, ...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937760" y="2377440"/>
            <a:ext cx="365760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2377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B, B (ulang tiap 3)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4206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4747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2, 6, 18, 54, ...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937760" y="3474720"/>
            <a:ext cx="365760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34747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162 (dikali 3)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Diskusikan dengan teman sebangku sebelum jawaban dibuka.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Abstraksi: Yang Penting Saja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1280160"/>
            <a:ext cx="3840480" cy="27432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Dunia nyata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Gedung, pohon, warung, warna cat rumah, papan reklame, kendaraan, dan banyak detail lain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Peta rute bus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0" y="219456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0" y="2331720"/>
            <a:ext cx="594360" cy="0"/>
          </a:xfrm>
          <a:prstGeom prst="line">
            <a:avLst/>
          </a:prstGeom>
          <a:noFill/>
          <a:ln w="3810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219456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331720"/>
            <a:ext cx="594360" cy="0"/>
          </a:xfrm>
          <a:prstGeom prst="line">
            <a:avLst/>
          </a:prstGeom>
          <a:noFill/>
          <a:ln w="38100">
            <a:solidFill>
              <a:schemeClr val="bg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19456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331720"/>
            <a:ext cx="594360" cy="0"/>
          </a:xfrm>
          <a:prstGeom prst="line">
            <a:avLst/>
          </a:prstGeom>
          <a:noFill/>
          <a:ln w="38100">
            <a:solidFill>
              <a:schemeClr val="bg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26680" y="219456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2743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Hanya halte dan jalur. Detail lain diabaikan agar mudah dibaca.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Pertanyaan kunci: informasi apa yang benar-benar dibutuhkan untuk tujuanku?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Algoritma dan Tiga Strukturnya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Langkah-langkah yang terurut, jelas (tidak ambigu), dan berhingga untuk menyelesaikan masalah.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Urutan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Dikerjakan satu per satu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Contoh: Ambil gelas, tuang air, minum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20116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Percabangan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Memilih berdasarkan syarat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Contoh: JIKA uang cukup MAKA beli, JIKA TIDAK menabung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0116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Pengulangan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Langkah yang sama berulang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Contoh: ULANGI 4 kali: maju 2 langkah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Simbol Flowchart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137160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Oval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Mulai / Selesai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554480"/>
            <a:ext cx="1371600" cy="868680"/>
          </a:xfrm>
          <a:prstGeom prst="parallelogram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Jajar genjang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Masukan / keluaran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154680"/>
            <a:ext cx="1371600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7744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Persegi panjang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Proses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3154680"/>
            <a:ext cx="1371600" cy="868680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Belah ketupat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Keputusan (Ya/Tidak)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Contoh: Flowchart Kasir Kantin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651760" y="1097280"/>
            <a:ext cx="146304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5176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MULAI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508760"/>
            <a:ext cx="0" cy="1828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286000" y="1691640"/>
            <a:ext cx="2194560" cy="457200"/>
          </a:xfrm>
          <a:prstGeom prst="parallelogram">
            <a:avLst/>
          </a:prstGeom>
          <a:solidFill>
            <a:schemeClr val="accent4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Baca harga, uang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148840"/>
            <a:ext cx="0" cy="1828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2331720"/>
            <a:ext cx="2377440" cy="914400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2331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uang &gt;= harga?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324612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47472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3520440"/>
            <a:ext cx="27432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1168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kembalian = uang - harga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3977640"/>
            <a:ext cx="0" cy="1828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651760" y="4160520"/>
            <a:ext cx="146304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51760" y="4160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SELESAI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788920"/>
            <a:ext cx="5486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617720" y="2514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Tidak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0" y="2560320"/>
            <a:ext cx="2011680" cy="457200"/>
          </a:xfrm>
          <a:prstGeom prst="parallelogram">
            <a:avLst/>
          </a:prstGeom>
          <a:solidFill>
            <a:schemeClr val="accent4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Tampilkan: uang kurang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3383280"/>
            <a:ext cx="26517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34290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Pseudocode: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JIKA uang &gt;= harga MAKA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kembalian &lt;- uang - harga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JIKA TIDAK: uang kurang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Proyek: Sistem Antrean Kantin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Istirahat hanya 15 menit, antrean kantin panjang, banyak siswa tidak kebagian. Rancang sistem antrean dan pemesanan yang cepat dan adil!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Dekomposisi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Pecah jadi min. 4 sub-masalah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256032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26974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Pola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Jam ramai dan menu favorit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56032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6974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Abstraksi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Data penting yang dicatat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256032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26974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Algoritma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Flowchart dengan percabangan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Hasil: poster/plano + flowchart | Gallery walk: 2 bintang dan 1 saran | Waktu kerja: 25 menit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dan Refleksi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82880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Dekomposisi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Pecah masalah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463040"/>
            <a:ext cx="182880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Pola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Cari keteraturan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1828800" cy="13716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Abstraksi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Ambil yang penting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1463040"/>
            <a:ext cx="1828800" cy="13716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Algoritma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Susun langkah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91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Refleksi: pilar mana yang paling mudah bagimu, dan di mana kamu akan memakainya dalam kehidupan sehari-hari?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mputasionalTheme">
  <a:themeElements>
    <a:clrScheme name="KomputasionalTheme">
      <a:dk1>
        <a:srgbClr val="1E2A32"/>
      </a:dk1>
      <a:lt1>
        <a:srgbClr val="FFFFFF"/>
      </a:lt1>
      <a:dk2>
        <a:srgbClr val="12344D"/>
      </a:dk2>
      <a:lt2>
        <a:srgbClr val="E6F4F2"/>
      </a:lt2>
      <a:accent1>
        <a:srgbClr val="1B998B"/>
      </a:accent1>
      <a:accent2>
        <a:srgbClr val="FF9F1C"/>
      </a:accent2>
      <a:accent3>
        <a:srgbClr val="E4572E"/>
      </a:accent3>
      <a:accent4>
        <a:srgbClr val="2E86AB"/>
      </a:accent4>
      <a:accent5>
        <a:srgbClr val="6B5B95"/>
      </a:accent5>
      <a:accent6>
        <a:srgbClr val="7BB661"/>
      </a:accent6>
      <a:hlink>
        <a:srgbClr val="2E86AB"/>
      </a:hlink>
      <a:folHlink>
        <a:srgbClr val="6B5B95"/>
      </a:folHlink>
    </a:clrScheme>
    <a:fontScheme name="KomputasionalThe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Berpikir Komputasional Kelas VII</dc:title>
  <dc:subject>PptxGenJS Presentation</dc:subject>
  <dc:creator>Muhammad Abduramadani</dc:creator>
  <cp:lastModifiedBy>Muhammad Abduramadani</cp:lastModifiedBy>
  <cp:revision>1</cp:revision>
  <dcterms:created xsi:type="dcterms:W3CDTF">2026-10-27T22:48:30Z</dcterms:created>
  <dcterms:modified xsi:type="dcterms:W3CDTF">2026-10-27T22:48:30Z</dcterms:modified>
</cp:coreProperties>
</file>